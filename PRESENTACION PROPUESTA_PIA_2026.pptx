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9SsZqKbPHhw+sbsHnpNp5NPH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Narrow-italic.fntdata"/><Relationship Id="rId6" Type="http://schemas.openxmlformats.org/officeDocument/2006/relationships/slide" Target="slides/slide1.xml"/><Relationship Id="rId18" Type="http://schemas.openxmlformats.org/officeDocument/2006/relationships/font" Target="fonts/ArialNarr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1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2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8" name="Google Shape;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b="0" i="0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9.jp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1275300" y="718274"/>
            <a:ext cx="6593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s-ES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CHECK CLASS</a:t>
            </a:r>
            <a:endParaRPr b="1" i="0" sz="4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1397628" y="3879947"/>
            <a:ext cx="68178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Institución Educativa  Javiera Londoño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 de formación:</a:t>
            </a:r>
            <a:r>
              <a:rPr b="1" i="0" lang="es-E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Media técnica  desarrollo de software</a:t>
            </a:r>
            <a:endParaRPr b="1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Grado:10-3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3545900" y="1576650"/>
            <a:ext cx="39486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NATALY MEJIA GONZALEZ</a:t>
            </a:r>
            <a:endParaRPr b="0" i="0" sz="17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FELIPE MARTINEZ GUEVARA</a:t>
            </a:r>
            <a:endParaRPr b="0" i="0" sz="17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JUAN PABLO OSPINA SIBAJA</a:t>
            </a:r>
            <a:endParaRPr b="0" i="0" sz="17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DAVID MONTOYA VANEGAS</a:t>
            </a:r>
            <a:endParaRPr b="0" i="0" sz="1700" u="none" cap="none" strike="noStrike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JUAN MANUEL GIRALDO MONTOYA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FFD9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/>
        </p:nvSpPr>
        <p:spPr>
          <a:xfrm>
            <a:off x="3825657" y="3294894"/>
            <a:ext cx="4832569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DE PROPUESTA PROYECTO INTEGRADOR DE AULA -PIA-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1506075" y="1023500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PROBLEMA 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NECESIDAD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 txBox="1"/>
          <p:nvPr/>
        </p:nvSpPr>
        <p:spPr>
          <a:xfrm>
            <a:off x="1044666" y="1940597"/>
            <a:ext cx="70548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3A3838"/>
                </a:solidFill>
                <a:latin typeface="Arial"/>
                <a:ea typeface="Arial"/>
                <a:cs typeface="Arial"/>
                <a:sym typeface="Arial"/>
              </a:rPr>
              <a:t>Los estudiantes que faltan a clase pierden información importante, lo que genera atraso académico y dificultades en el aprendizaje.ya que muchas actividades se desarrollan en el momento. Esta ausencia provoca un atraso académico, dificultando la comprensión de nuevos temas, dado a que suelen basarse en contenidos previos. Además, puede generar vacíos en el aprendizaje, menor rendimiento en evaluaciones y una sensación de frustración al no poder seguir el ritmo del grupo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4450499" y="2958005"/>
            <a:ext cx="1403700" cy="1403700"/>
          </a:xfrm>
          <a:prstGeom prst="ellipse">
            <a:avLst/>
          </a:prstGeom>
          <a:solidFill>
            <a:srgbClr val="01B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8073" y="1634824"/>
            <a:ext cx="3303600" cy="2203800"/>
          </a:xfrm>
          <a:prstGeom prst="foldedCorner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925" y="1055400"/>
            <a:ext cx="1293851" cy="12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4150" y="3924100"/>
            <a:ext cx="69672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 txBox="1"/>
          <p:nvPr/>
        </p:nvSpPr>
        <p:spPr>
          <a:xfrm>
            <a:off x="793450" y="898788"/>
            <a:ext cx="3810000" cy="144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MARCO TEÓRICO Y ESTADO 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Y ESTADO DEL ARTE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4"/>
          <p:cNvCxnSpPr/>
          <p:nvPr/>
        </p:nvCxnSpPr>
        <p:spPr>
          <a:xfrm>
            <a:off x="793450" y="2403750"/>
            <a:ext cx="3571500" cy="0"/>
          </a:xfrm>
          <a:prstGeom prst="straightConnector1">
            <a:avLst/>
          </a:prstGeom>
          <a:noFill/>
          <a:ln cap="flat" cmpd="sng" w="9525">
            <a:solidFill>
              <a:srgbClr val="01B3C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1" name="Google Shape;51;p4"/>
          <p:cNvSpPr txBox="1"/>
          <p:nvPr/>
        </p:nvSpPr>
        <p:spPr>
          <a:xfrm>
            <a:off x="743444" y="3254600"/>
            <a:ext cx="33471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60550" y="2571750"/>
            <a:ext cx="4104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proyecto se hizo con la intención de crear un sitio wep donde los profesores puedan subir lo que se ve en clase, como tareas, apuntes y explicaciones sin ningún tipo de inconvenientes a futuro,para que los estudiantes que falten no se atrasen, la idea es que puedan entrar en cualquier momento a revisar la información. Con esto se quiere mejorar el aprendizaje y ayudar a que los estudiantes sean más responsables con sus estudios.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OBJETIVOS D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 txBox="1"/>
          <p:nvPr/>
        </p:nvSpPr>
        <p:spPr>
          <a:xfrm>
            <a:off x="0" y="1157625"/>
            <a:ext cx="8948400" cy="4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tiene como propósito principal mejorar el rendimiento académico de los estudiantes, especialmente cuando faltan a clase, facilitando el acceso a la información que no pudieron obtener. Además, busca ofrecer una forma más sencilla y organizada para presentar excusas, lo que ayuda a mejorar la comunicación dentro del entorno educativo.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También se pretende reducir las dificultades que enfrentan los estudiantes al no asistir, fomentando al mismo tiempo la responsabilidad académica. Otro objetivo importante es fortalecer la relación entre estudiantes y docentes, generando mayor confianza y una mejor interacción.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general, el proyecto busca crear un ambiente más favorable para el aprendizaje, donde los estudiantes se sientan apoyados, motivados y puedan continuar con su proceso educativo sin afectar su desempeño.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/>
        </p:nvSpPr>
        <p:spPr>
          <a:xfrm>
            <a:off x="1429943" y="486815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METODO</a:t>
            </a:r>
            <a:r>
              <a:rPr b="1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LOGÍA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/>
        </p:nvSpPr>
        <p:spPr>
          <a:xfrm>
            <a:off x="609600" y="1325775"/>
            <a:ext cx="82785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este proyecto lo primero que vamos  hacer es mirar bien el problema, hablar con estudiantes y profes  para ver  qué podemos utilizar  para cumplir con la idea de la aplicación. Con eso ya tenemos una idea más clara.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Después pensamos cómo sería el sitio wep,qué cosas debería tener, nuestra idea sería qué fuera  versatil y muy facil de usar,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Luego empezamos a crear el sitio wep poco a poco, probando que funcione lo de subir trabajos y que los estudiantes puedan entrar a ver todo sin problema.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Después la probamos con algunos compañeros y profes a ver si sirve bien o si toca arreglar algo.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 final la idea es dejarla funcionando en el colegio para que todos la puedan usar.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RESULTADOS Y PRODU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CTOS ESPERADOS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/>
          <p:nvPr/>
        </p:nvSpPr>
        <p:spPr>
          <a:xfrm>
            <a:off x="725450" y="1885232"/>
            <a:ext cx="74223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resultado que busca nuestro proyecto, es disminuir el impacto académico generado por las inasistencias estudiantiles, garantizando una mayor continuidad en el proceso de aprendizaje. Asimismo se busca fortalecer la autonomía y la responsabilidad de los estudiantes. En cuanto a los productos esperados, se proyecta el desarrollo de una aplicación funcional que permita a los docentes cargar, subir y organizar materiales académicos como apuntes, tareas y explicaciones.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 txBox="1"/>
          <p:nvPr/>
        </p:nvSpPr>
        <p:spPr>
          <a:xfrm>
            <a:off x="1572462" y="552621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CRONO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GRAMA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/>
          <p:nvPr/>
        </p:nvSpPr>
        <p:spPr>
          <a:xfrm>
            <a:off x="1756500" y="1693400"/>
            <a:ext cx="56310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1266726"/>
            <a:ext cx="7601725" cy="36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2575" y="4522413"/>
            <a:ext cx="912176" cy="9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 txBox="1"/>
          <p:nvPr/>
        </p:nvSpPr>
        <p:spPr>
          <a:xfrm>
            <a:off x="1437087" y="1022596"/>
            <a:ext cx="59991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BIBLIO</a:t>
            </a:r>
            <a:r>
              <a:rPr b="1" i="0" lang="es-ES" sz="28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GRAFÍA</a:t>
            </a:r>
            <a:endParaRPr b="1" i="0" sz="28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150" y="4654475"/>
            <a:ext cx="860705" cy="1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/>
          <p:nvPr/>
        </p:nvSpPr>
        <p:spPr>
          <a:xfrm>
            <a:off x="725459" y="1895874"/>
            <a:ext cx="7422300" cy="25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100" lvl="0" marL="457200" marR="0" rtl="0" algn="l">
              <a:lnSpc>
                <a:spcPct val="107916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UNESCO. (2021). Education: From disruption to recovery. https://www.unesco.org</a:t>
            </a:r>
            <a:b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Ministerio de Educación Nacional de Colombia. (2020). Estrategias de apoyo académico y continuidad educativa. https://www.mineducacion.gov.co</a:t>
            </a:r>
            <a:b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OECD. (2021). The State of School Education. https://www.oecd.org</a:t>
            </a:r>
            <a:b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UNICEF. (2020). Remote Learning and COVID-19. https://www.unicef.org</a:t>
            </a:r>
            <a:b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World Bank. (2021). Education Technology and Learning Loss. https://www.worldbank.org</a:t>
            </a:r>
            <a:br>
              <a:rPr b="0" i="1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4768525" y="2956222"/>
            <a:ext cx="1293300" cy="1293300"/>
          </a:xfrm>
          <a:prstGeom prst="ellipse">
            <a:avLst/>
          </a:prstGeom>
          <a:solidFill>
            <a:srgbClr val="ACE5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7946" y="1154050"/>
            <a:ext cx="3643028" cy="3027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0"/>
          <p:cNvPicPr preferRelativeResize="0"/>
          <p:nvPr/>
        </p:nvPicPr>
        <p:blipFill rotWithShape="1">
          <a:blip r:embed="rId5">
            <a:alphaModFix/>
          </a:blip>
          <a:srcRect b="12335" l="9033" r="0" t="9933"/>
          <a:stretch/>
        </p:blipFill>
        <p:spPr>
          <a:xfrm>
            <a:off x="5381885" y="1488969"/>
            <a:ext cx="2975078" cy="169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0194" y="3867257"/>
            <a:ext cx="826981" cy="1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 txBox="1"/>
          <p:nvPr/>
        </p:nvSpPr>
        <p:spPr>
          <a:xfrm>
            <a:off x="678450" y="806098"/>
            <a:ext cx="381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s-ES" sz="3400" u="none" cap="none" strike="noStrike">
                <a:solidFill>
                  <a:srgbClr val="015583"/>
                </a:solidFill>
                <a:latin typeface="Calibri"/>
                <a:ea typeface="Calibri"/>
                <a:cs typeface="Calibri"/>
                <a:sym typeface="Calibri"/>
              </a:rPr>
              <a:t>INTEGRANTES DEL GRUPO</a:t>
            </a:r>
            <a:endParaRPr b="1" i="0" sz="3400" u="none" cap="none" strike="noStrike">
              <a:solidFill>
                <a:srgbClr val="01558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762000" y="2026375"/>
            <a:ext cx="36429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NATALY MEJIA GONZALEZ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FELIPE MARTINEZ GUEVARA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JUAN PABLO OSPINA SIBAJA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DAVID MONTOYA VANEGAS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700" u="none" cap="none" strike="noStrike">
                <a:solidFill>
                  <a:srgbClr val="201F4B"/>
                </a:solidFill>
                <a:latin typeface="Calibri"/>
                <a:ea typeface="Calibri"/>
                <a:cs typeface="Calibri"/>
                <a:sym typeface="Calibri"/>
              </a:rPr>
              <a:t>JUAN MANUEL GIRALDO MONTOYA</a:t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201F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882375" y="3873925"/>
            <a:ext cx="8661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E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XX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15583"/>
      </a:dk1>
      <a:lt1>
        <a:srgbClr val="FFFFFF"/>
      </a:lt1>
      <a:dk2>
        <a:srgbClr val="434343"/>
      </a:dk2>
      <a:lt2>
        <a:srgbClr val="EEEEEE"/>
      </a:lt2>
      <a:accent1>
        <a:srgbClr val="05ADB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Natalia Andrea Saldarriaga</dc:creator>
</cp:coreProperties>
</file>